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Evolutionary Meta-Learning for MNIST using Neural Architecture Search (NAS)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Student: Bhoomika Subramanya (USN: XXXXXXX)</a:t>
            </a:r>
          </a:p>
          <a:p>
            <a:r>
              <a:t>Guide: Dr. [Guide’s Name], [Designation]</a:t>
            </a:r>
          </a:p>
          <a:p>
            <a:r>
              <a:t>Panel: Prof. [Name], Prof. [Name]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Abstract</a:t>
            </a:r>
          </a:p>
          <a:p>
            <a:r>
              <a:t>2. Introduction</a:t>
            </a:r>
          </a:p>
          <a:p>
            <a:r>
              <a:t>3. Literature Survey</a:t>
            </a:r>
          </a:p>
          <a:p>
            <a:r>
              <a:t>4. Methodology</a:t>
            </a:r>
          </a:p>
          <a:p>
            <a:r>
              <a:t>5. Implementation</a:t>
            </a:r>
          </a:p>
          <a:p>
            <a:r>
              <a:t>6. Results &amp; Discussion</a:t>
            </a:r>
          </a:p>
          <a:p>
            <a:r>
              <a:t>7. Advantages &amp; Limitations</a:t>
            </a:r>
          </a:p>
          <a:p>
            <a:r>
              <a:t>8. Conclusion &amp; Future Scope</a:t>
            </a:r>
          </a:p>
          <a:p>
            <a:r>
              <a:t>9.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neural architecture search using evolutionary algorithms.</a:t>
            </a:r>
          </a:p>
          <a:p>
            <a:r>
              <a:t>• Dynamically generates, evaluates, and mutates CNN/FC architectures.</a:t>
            </a:r>
          </a:p>
          <a:p>
            <a:r>
              <a:t>• Demonstrates meta-learning: AI designing AI.</a:t>
            </a:r>
          </a:p>
          <a:p>
            <a:r>
              <a:t>• Achieves high accuracy on MNIST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Problem: Manual design of deep neural networks is time-consuming.</a:t>
            </a:r>
          </a:p>
          <a:p>
            <a:r>
              <a:t>• Solution: Use meta-learning + evolutionary algorithms to automate.</a:t>
            </a:r>
          </a:p>
          <a:p>
            <a:r>
              <a:t>• Key Features:</a:t>
            </a:r>
          </a:p>
          <a:p>
            <a:r>
              <a:t>   - Random population of networks</a:t>
            </a:r>
          </a:p>
          <a:p>
            <a:r>
              <a:t>   - Mutation and selection</a:t>
            </a:r>
          </a:p>
          <a:p>
            <a:r>
              <a:t>   - Accuracy improves over generations</a:t>
            </a:r>
          </a:p>
          <a:p>
            <a:r>
              <a:t>• Dataset: MNIST handwritten digits (28×28 grayscale, 10 classes).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2002: NEAT – NeuroEvolution of Augmenting Topologies (Stanley).</a:t>
            </a:r>
          </a:p>
          <a:p>
            <a:r>
              <a:t>• 2016: NAS – Reinforcement learning-based NAS (Zoph &amp; Le).</a:t>
            </a:r>
          </a:p>
          <a:p>
            <a:r>
              <a:t>• 2019: Large-Scale Evolution – for image classification (Real et al.).</a:t>
            </a:r>
          </a:p>
          <a:p>
            <a:r>
              <a:t>• Our Work: Evolutionary NAS applied to MNIST.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